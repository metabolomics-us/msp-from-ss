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C3E50"/>
                </a:solidFill>
                <a:latin typeface="Calibri"/>
              </a:rPr>
              <a:t>MSP Header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498DB"/>
                </a:solidFill>
                <a:latin typeface="Calibri"/>
              </a:rPr>
              <a:t>What Changed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5A5A6"/>
                </a:solidFill>
                <a:latin typeface="Calibri"/>
              </a:rPr>
              <a:t>Branch: feature/msp-header-mapping-impl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5A5A6"/>
                </a:solidFill>
                <a:latin typeface="Calibri"/>
              </a:rPr>
              <a:t>2026-08-13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Here's what we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34495E"/>
                </a:solidFill>
                <a:latin typeface="Calibri"/>
              </a:rPr>
              <a:t>•  Uploaded spreadsheets used to silently drop any column the app didn't already know about — now it recognizes many more, automatically.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4495E"/>
                </a:solidFill>
                <a:latin typeface="Calibri"/>
              </a:rPr>
              <a:t>•  A new panel lets you see exactly how your file's columns were matched, and fix any that guessed wrong.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4495E"/>
                </a:solidFill>
                <a:latin typeface="Calibri"/>
              </a:rPr>
              <a:t>•  Columns that don't match anything can now be kept instead of thrown away — you can add them as notes on every entry.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4495E"/>
                </a:solidFill>
                <a:latin typeface="Calibri"/>
              </a:rPr>
              <a:t>•  Nothing changes for files that already worked before — same output, same file, unless you choose to use the new panel.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4495E"/>
                </a:solidFill>
                <a:latin typeface="Calibri"/>
              </a:rPr>
              <a:t>•  Found and fixed 3 real bugs during review, before any of this shipped to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3E50"/>
                </a:solidFill>
                <a:latin typeface="Calibri"/>
              </a:rPr>
              <a:t>The app now recognizes more of your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5A5A6"/>
                </a:solidFill>
                <a:latin typeface="Calibri"/>
              </a:rPr>
              <a:t>Before vs.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846320" cy="2926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4495E"/>
                </a:solidFill>
                <a:latin typeface="Calibri"/>
              </a:rPr>
              <a:t>•  Column must be spelled exactly right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4495E"/>
                </a:solidFill>
                <a:latin typeface="Calibri"/>
              </a:rPr>
              <a:t>•  Anything else: silently thrown away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4495E"/>
                </a:solidFill>
                <a:latin typeface="Calibri"/>
              </a:rPr>
              <a:t>•  No way to see what happened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4846320" cy="29260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4495E"/>
                </a:solidFill>
                <a:latin typeface="Calibri"/>
              </a:rPr>
              <a:t>•  Common alternate names are recognized (e.g. "RT" for retention time)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4495E"/>
                </a:solidFill>
                <a:latin typeface="Calibri"/>
              </a:rPr>
              <a:t>•  Sample/intensity columns are automatically set aside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4495E"/>
                </a:solidFill>
                <a:latin typeface="Calibri"/>
              </a:rPr>
              <a:t>•  You can review exactly what matched what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120640"/>
            <a:ext cx="10332720" cy="109728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578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98DB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235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4495E"/>
                </a:solidFill>
                <a:latin typeface="Calibri"/>
              </a:rPr>
              <a:t>Fewer files get rejected for column-naming differences that don't actually matter.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3E50"/>
                </a:solidFill>
                <a:latin typeface="Calibri"/>
              </a:rPr>
              <a:t>You're in control of the column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286000" cy="91440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 file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011680"/>
            <a:ext cx="4114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737360"/>
            <a:ext cx="2286000" cy="91440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See matches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2011680"/>
            <a:ext cx="4114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2286000" cy="91440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Fix if needed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32520" y="2011680"/>
            <a:ext cx="411480" cy="365760"/>
          </a:xfrm>
          <a:prstGeom prst="rightArrow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20" y="1737360"/>
            <a:ext cx="2286000" cy="91440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34495E"/>
                </a:solidFill>
                <a:latin typeface="Calibri"/>
              </a:rPr>
              <a:t>•  Collapsed by default — it stays out of the way if you don't need it.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4495E"/>
                </a:solidFill>
                <a:latin typeface="Calibri"/>
              </a:rPr>
              <a:t>•  Every column gets a plain dropdown: match it to a specific field, add it as a note, or ignore it.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4495E"/>
                </a:solidFill>
                <a:latin typeface="Calibri"/>
              </a:rPr>
              <a:t>•  Columns that just hold sample measurements (not metadata) are hidden from the list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94960"/>
            <a:ext cx="10515600" cy="9144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98DB"/>
                </a:solidFill>
                <a:latin typeface="Calibri"/>
              </a:rP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4495E"/>
                </a:solidFill>
                <a:latin typeface="Calibri"/>
              </a:rPr>
              <a:t>You catch a wrong guess before it ships, instead of finding out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C3E50"/>
                </a:solidFill>
                <a:latin typeface="Calibri"/>
              </a:rPr>
              <a:t>Extra columns don't have to be thrown away anymore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2377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74C3C"/>
                </a:solidFill>
                <a:latin typeface="Calibri"/>
              </a:rPr>
              <a:t>✗  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4495E"/>
                </a:solidFill>
                <a:latin typeface="Calibri"/>
              </a:rPr>
              <a:t>A column with useful notes, IDs, or context that isn't one of the app's known fields is silently dropped from the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5029200" cy="237744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65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7AE60"/>
                </a:solidFill>
                <a:latin typeface="Calibri"/>
              </a:rPr>
              <a:t>✓ 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5603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4495E"/>
                </a:solidFill>
                <a:latin typeface="Calibri"/>
              </a:rPr>
              <a:t>Mark it as a comment, and its value is added to every matching entry's notes in the final file — nothing is lost unless you choose to skip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10789920" cy="11887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98DB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4495E"/>
                </a:solidFill>
                <a:latin typeface="Calibri"/>
              </a:rPr>
              <a:t>Data you already collected — batch numbers, sample notes, anything — can travel with the file instead of getting silently erased.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Quality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46888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7AE60"/>
                </a:solidFill>
                <a:latin typeface="Calibri"/>
              </a:rPr>
              <a:t>99 / 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34495E"/>
                </a:solidFill>
                <a:latin typeface="Calibri"/>
              </a:rPr>
              <a:t>unit 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37360"/>
            <a:ext cx="246888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7AE60"/>
                </a:solidFill>
                <a:latin typeface="Calibri"/>
              </a:rPr>
              <a:t>89%+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34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34495E"/>
                </a:solidFill>
                <a:latin typeface="Calibri"/>
              </a:rPr>
              <a:t>coverage on every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46888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39C1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34495E"/>
                </a:solidFill>
                <a:latin typeface="Calibri"/>
              </a:rPr>
              <a:t>real bugs found &amp; fixed
before shipping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737360"/>
            <a:ext cx="2468880" cy="182880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011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7AE60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834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34495E"/>
                </a:solidFill>
                <a:latin typeface="Calibri"/>
              </a:rPr>
              <a:t>open critical issues
at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Review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34495E"/>
                </a:solidFill>
                <a:latin typeface="Calibri"/>
              </a:rPr>
              <a:t>•  Every change reviewed against the plan before moving on, one step at a time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4495E"/>
                </a:solidFill>
                <a:latin typeface="Calibri"/>
              </a:rPr>
              <a:t>•  A final full-branch review (by our most careful reviewer) checked the whole thing together and caught issues no single step could see alone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4495E"/>
                </a:solidFill>
                <a:latin typeface="Calibri"/>
              </a:rPr>
              <a:t>•  Those issues were fixed and independently re-checked before merge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7AE60"/>
                </a:solidFill>
                <a:latin typeface="Calibri"/>
              </a:rPr>
              <a:t>Ready for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4495E"/>
                </a:solidFill>
                <a:latin typeface="Calibri"/>
              </a:rPr>
              <a:t>PR #87 — metabolomics-us/msp-from-ss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498DB"/>
                </a:solidFill>
                <a:latin typeface="Calibri"/>
              </a:rPr>
              <a:t>https://github.com/metabolomics-us/msp-from-ss/pull/87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